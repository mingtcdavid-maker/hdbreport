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5143500" cy="9144000"/>
  <p:embeddedFontLst>
    <p:embeddedFont>
      <p:font typeface="Century Gothic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TYW1aJp5hl9YJM/yBwMnwiQEq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09846B-9A21-4C57-9899-39570EC4D35B}">
  <a:tblStyle styleId="{3209846B-9A21-4C57-9899-39570EC4D3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font" Target="fonts/CenturyGothic-boldItalic.fntdata"/><Relationship Id="rId10" Type="http://schemas.openxmlformats.org/officeDocument/2006/relationships/font" Target="fonts/CenturyGothic-italic.fntdata"/><Relationship Id="rId12" Type="http://customschemas.google.com/relationships/presentationmetadata" Target="metadata"/><Relationship Id="rId9" Type="http://schemas.openxmlformats.org/officeDocument/2006/relationships/font" Target="fonts/CenturyGothic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CenturyGothic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SLIDE">
  <p:cSld name="CONTENT_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"/>
          <p:cNvSpPr txBox="1"/>
          <p:nvPr>
            <p:ph type="title"/>
          </p:nvPr>
        </p:nvSpPr>
        <p:spPr>
          <a:xfrm>
            <a:off x="457200" y="204711"/>
            <a:ext cx="8229600" cy="856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6"/>
          <p:cNvSpPr txBox="1"/>
          <p:nvPr>
            <p:ph idx="1" type="body"/>
          </p:nvPr>
        </p:nvSpPr>
        <p:spPr>
          <a:xfrm>
            <a:off x="811987" y="2443163"/>
            <a:ext cx="6858000" cy="1140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204711"/>
            <a:ext cx="8229600" cy="856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lang="en-US"/>
              <a:t>Information</a:t>
            </a:r>
            <a:endParaRPr/>
          </a:p>
        </p:txBody>
      </p:sp>
      <p:graphicFrame>
        <p:nvGraphicFramePr>
          <p:cNvPr id="23" name="Google Shape;23;p1"/>
          <p:cNvGraphicFramePr/>
          <p:nvPr/>
        </p:nvGraphicFramePr>
        <p:xfrm>
          <a:off x="457200" y="1061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{3209846B-9A21-4C57-9899-39570EC4D35B}</a:tableStyleId>
              </a:tblPr>
              <a:tblGrid>
                <a:gridCol w="2743200"/>
                <a:gridCol w="2743200"/>
                <a:gridCol w="2743200"/>
              </a:tblGrid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Appliance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{{appliance}}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Rank / Name of Inspecting Officer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{{first_inspecting_officer}}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Rank / Name of Inspecting Officer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{{second_inspecting_officer}}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Date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{{date}}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Time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{{time}}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HDB Block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{{block_number}}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Address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{{address}}</a:t>
                      </a:r>
                      <a:endParaRPr sz="1200" u="none" cap="none" strike="noStrike"/>
                    </a:p>
                  </a:txBody>
                  <a:tcPr marT="38100" marB="38100" marR="38100" marL="381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>
            <p:ph type="title"/>
          </p:nvPr>
        </p:nvSpPr>
        <p:spPr>
          <a:xfrm>
            <a:off x="457200" y="204711"/>
            <a:ext cx="8229600" cy="8563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</a:pPr>
            <a:r>
              <a:rPr b="1" lang="en-US"/>
              <a:t>{{block_number}}</a:t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914400" y="2866329"/>
            <a:ext cx="1828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82880" y="3118504"/>
            <a:ext cx="8778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743200" y="2866329"/>
            <a:ext cx="1828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Best appliance placement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0" y="2866329"/>
            <a:ext cx="1828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Nearest riser location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0" y="2866329"/>
            <a:ext cx="18288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Nearest hydrant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0" y="2604154"/>
            <a:ext cx="1828800" cy="384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83950" y="1534475"/>
            <a:ext cx="1704000" cy="13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{{%photo_overview}}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836800" y="1534475"/>
            <a:ext cx="1704000" cy="13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{{%photo_best_appliance_placement}}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634400" y="1534475"/>
            <a:ext cx="1704000" cy="13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{{%photo_nearest_riser}}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463200" y="1534475"/>
            <a:ext cx="1704000" cy="133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{{%photo_nearest_hydrant}}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2026-02-01T05:49:52Z</dcterms:created>
  <dc:creator>PptxGenJS</dc:creator>
</cp:coreProperties>
</file>